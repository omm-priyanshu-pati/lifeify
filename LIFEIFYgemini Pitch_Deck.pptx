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291840" cy="3291840"/>
          </a:xfrm>
          <a:prstGeom prst="ellipse">
            <a:avLst/>
          </a:prstGeom>
          <a:solidFill>
            <a:srgbClr val="5FA8A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5FA8A0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GO-TO-MARKET BLUEPRINT · INDIA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LIFEIFY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Your Health. Not Just Track It.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health app that unifies fitness, nutrition, sleep, and medical reports into one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dashboard — built for the smartphone, not the smartwatch.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1701698" cy="384048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9525">
            <a:solidFill>
              <a:srgbClr val="5FA8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212080"/>
            <a:ext cx="1701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 plan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1506" y="5212080"/>
            <a:ext cx="2126894" cy="384048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9525">
            <a:solidFill>
              <a:srgbClr val="5FA8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51506" y="5212080"/>
            <a:ext cx="2126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smartwatch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79569" y="5212080"/>
            <a:ext cx="1446581" cy="384048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9525">
            <a:solidFill>
              <a:srgbClr val="5FA8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9569" y="5212080"/>
            <a:ext cx="14465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India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build-ready product &amp; business blueprint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health data lives in 6 different apps.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them explain what it means.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9397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by design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5973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one app, food in another, sleep in a third, lab reports in a drawer, prescriptions on WhatsApp.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7413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without translation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73989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numbers. Nobody tells a health-curious adult what those numbers actually mean for them.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5429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watch shouldn’t be the price of entry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2005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assume a smartwatch or fitness band. Millions of health-conscious users simply don’t own one.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Idea Clarity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that explains your health — using only your phone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 is an AI-powered smartphone app that unifies your fitness, nutrition, sleep, and medical data into one intelligent health dashboard — and explains what it means and what to do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3F6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Smartphone-first tracking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sleep, water, mood, and weight — captured from the phone you already carry. No wearable required.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3F6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69748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explanation layer over everything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assistant that reads your combined data and answers in plain language, not jargon.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23774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3F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697480"/>
            <a:ext cx="640080" cy="64008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reports, understood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lab report and get an instant, plain-language breakdown — plus trends across future reports.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Idea Clarity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download to “aha” in under 5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3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240280"/>
            <a:ext cx="731520" cy="73152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738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a few questions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8–12 question baseline quiz — goals, activity, diet, conditions — capped at 90 seconds.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95928" y="3246120"/>
            <a:ext cx="329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C3D5A"/>
          </a:solidFill>
          <a:ln/>
        </p:spPr>
      </p:sp>
      <p:sp>
        <p:nvSpPr>
          <p:cNvPr id="11" name="Shape 9"/>
          <p:cNvSpPr/>
          <p:nvPr/>
        </p:nvSpPr>
        <p:spPr>
          <a:xfrm>
            <a:off x="5692140" y="224028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9214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46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from your phone + upload reports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step tracking starts instantly; snap a lab report and watch the AI read it.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46120"/>
            <a:ext cx="329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3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486900" y="2240280"/>
            <a:ext cx="731520" cy="73152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869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246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AI explanations, daily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insight every day, referencing your actual data — not generic advice.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real data on screen, one AI insight generated, and ideally one report analyzed — all within the first session.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User Onboarding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five-tab, mobile-native app — built around one center of gravity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3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243584" y="2286000"/>
            <a:ext cx="603504" cy="603504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43584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74720"/>
            <a:ext cx="16642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ring, today’s vitals, one AI insight card, quick-log in ≤ 2 taps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88336" y="196596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1C3D5A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286000"/>
            <a:ext cx="603504" cy="60350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25496" y="3063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3474720"/>
            <a:ext cx="16642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chat, health context pre-loaded — the product’s center of gravity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196596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3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5522976" y="2286000"/>
            <a:ext cx="603504" cy="603504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22976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965192" y="3063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92624" y="3474720"/>
            <a:ext cx="16642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Fitness, food, sleep, wellness, meds — tabbed logging, 30-day mini-charts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67728" y="196596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3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662672" y="2286000"/>
            <a:ext cx="603504" cy="603504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62672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3063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474720"/>
            <a:ext cx="16642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timeline, OCR extraction, AI plain-language summaries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07424" y="196596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3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9802368" y="2286000"/>
            <a:ext cx="603504" cy="603504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02368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3063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3474720"/>
            <a:ext cx="16642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family profiles, privacy, data export — never held hostage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the user should never need a tutorial. If a screen needs explaining, it gets redesigned.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Dashboard / App UX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no competitor can currently match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13293D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photographed my blood test—the AI explained it in 30 seconds.”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a lab report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776472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AI reads the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306824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837176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554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across future reports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smartwatch needed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wedge — opens an unserved, non-fitness health-curious segment.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Explanation, not just tracking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tracks, coaches, or sells access. Nobody explains.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Deep, sticky lock-in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720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don’t move their medical history once it lives somewhere trusted.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 — Product Visualization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tracks, coaches, or sells access. Nobody explains.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1828800"/>
                <a:gridCol w="1691640"/>
                <a:gridCol w="160020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need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HealthifyMe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MyFitnessPal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Health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Practo / 1mg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“Tell me what my data means”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“Understand my lab reports”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“Track without a watch”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“One place for everything”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“Don’t nag me”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66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positions around tracking, coaching, or access. Nobody in the Indian market positions around understanding — that is the open lane.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Competitor Analysis — Section 31, Competitive White Space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114800" cy="41148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health-conscious Indian adults without smartwatches, LIFEIFY is the AI health app that explains what your fitness, food, sleep, and medical data actually mean — unlike tracking apps and coach platforms, because it turns scattered data into personal understanding using just your smartphone.”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2743200" cy="0"/>
          </a:xfrm>
          <a:prstGeom prst="line">
            <a:avLst/>
          </a:prstGeom>
          <a:noFill/>
          <a:ln w="19050">
            <a:solidFill>
              <a:srgbClr val="5FA8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“Understand Your Health. Not Just Track It.”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4800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Free — No Card Needed”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CTA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5303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a Lab Report Explained in 30 Seconds”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35 — Recommended Positioning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that limits depth of the differentiator — never the basics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3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— forever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+ weekly Health Score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phone-sensor tracking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food logging, 30-day history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Assistant questions / month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medical report analysis / month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document uploads, 1 weekly insight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— never held hostage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C3D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— the Health Brain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Assistant with full memory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adaptive fitness/food/sleep plans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report analyses + trend detection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records + 1 family profile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history, advanced analytics, anomaly alerts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tracking + wearable sync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Free vs Paid Business Model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tier at launch. Annual pushed as the default.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3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C3D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MONTHLY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14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₹199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2A6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8388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ANNUAL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514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₹1,499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₹125/mo — 37% off (default)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₹149 vs ₹199 vs ₹249 monthly — measure conversion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 vs ₹1,499 annual — lower price may convert 2–3x better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trial (card required vs not) vs. no trial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₹4,999 “Lifetime” offer for the first ~500 users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Pricing Strategy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narrow. Say no to the other four products hiding inside this idea.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5FA8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848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months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3F6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auth + onboarding quiz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Health Score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Phone-sensor tracking + food logging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(5 free/mo)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vault + OCR (1 free analysis/mo)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trends, premium tier, UPI AutoPay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1C3D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17647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0848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60604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3F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278892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import (Health Connect / Apple Health)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adaptive plans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tracking + reminders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profile + caregiver alerts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language (validate demand first)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9AA5A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0" y="17647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— evidence only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0848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scheduled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260604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3F6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278892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 marketplace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calorie estimation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 (B2B)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/ pharmacy partnerships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 — Product Feature Roadmap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Organic-first launch, built around the report-explained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Launch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3F6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6517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 — 50–100 users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privacy, terms, DPDP basics reviewed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listing + waitlist page live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1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(Weeks 1–4)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2423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3F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07992" y="26517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+ Product Hunt + Indian communities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demo content — inherently shareable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Launch-week annual deal: ₹999/yr, first 500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502920" cy="50292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Launch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2423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3F6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11312" y="26517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reviews: activation, D7 retention, AI use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or fix anything blocking activation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only after organic economics prove out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events to obsess over: ≥3 AI questions, ≥5 days logged, ≥1 report uploaded — all within week one.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 — Launch Strategy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RISKS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C3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watch — and what could break it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585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completing quiz + 1 log + 1 AI question in 48h — the single most important number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/ D30 retention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2186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daily habit forms — predicts everything downstream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paid conversion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1788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model’s core viability signal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questions per active user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51389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with the core differentiator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explosion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225856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5 products in one — fitness, nutrition, records, telemedicine, SOS. Cut ruthlessly.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willingness to pay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2186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₹199/mo for AI insight is an assumption, not a fact — validate before building.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428232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regulatory exposure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28232" y="41788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advice is regulated; one bad output is an existential incident.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28232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risk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28232" y="51389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counting and food logging are free everywhere — the AI layer must be genuinely better.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17 &amp; 1 — Analytics and Biggest Risks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THINGS TO DO FIRST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before you build a single screen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it before you build it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answer 20 real users’ health questions using their real data — a Wizard-of-Oz test of the entire premise.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1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377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the MVP scope in writing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31089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the MVP list above, explicitly excluding doctor-connect, SOS, wearables, and photo-calorie AI.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6916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377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a medical advisor and a lawyer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31089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 to review AI outputs and disclaimers; one legal session on DPDP Act compliance.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5FA8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E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“Someone finally explains my health to me — in one place, using just my phone — and tells me what to do.”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Things I Would Do First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LIFEIFY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2026-09-03T07:04:56Z</dcterms:created>
  <dcterms:modified xsi:type="dcterms:W3CDTF">2026-09-03T07:04:56Z</dcterms:modified>
</cp:coreProperties>
</file>